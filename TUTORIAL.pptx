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B3D91"/>
                </a:solidFill>
              </a:rPr>
              <a:t>Buku Manual wa-relay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Panduan lengkap operasional wa-relay: apa itu, cara pasang, cara build, cara start/restart, cara baca log, sampai troubleshooting. Ditulis sedetail mungkin supaya bisa diikuti tanpa asumsi.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Buku Manual wa-relay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1">
                <a:solidFill>
                  <a:srgbClr val="333333"/>
                </a:solidFill>
              </a:rPr>
              <a:t>•  Semua contoh memakai repo di /home/zakaria/projects/wa-relay. Ganti path kalau repo-mu di lokasi lain. Kalau ragu, selalu mulai dengan:</a:t>
            </a:r>
          </a:p>
          <a:p>
            <a:pPr>
              <a:spcAft>
                <a:spcPts val="600"/>
              </a:spcAft>
            </a:pPr>
            <a:r>
              <a:rPr sz="1700" b="0" i="1">
                <a:solidFill>
                  <a:srgbClr val="333333"/>
                </a:solidFill>
              </a:rPr>
              <a:t>•  ``bash cd /home/zakaria/projects/wa-relay ``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Daftar 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Apa itu wa-relay (dan cara kerjanya)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Prasyarat &amp; cek lingkungan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Peta folder repo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Cara build (go build dijelaskan tuntas)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Konfigurasi config.json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Cara start / restart / stop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Systemd: selalu nyala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Verifikasi &amp; monitoring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Sesi, rollover, dan working directory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Alur pesan (chat vs work, delegasi, sibuk)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Troubleshooting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Bersih-bersih &amp; uninstall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Cheat sheet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1. Apa itu wa-relay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wa-relay adalah jembatan lokal: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1. Apa itu wa-relay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WA (khusus owner) → wacli sync → webhook lokal → opencode run → wacli send → WA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1. Apa itu wa-relay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Ditulis dalam Go, hasilnya satu binary (wa-relay), tanpa dependensi runtime.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Hanya memproses pesan dari owner_jid.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Dua "kanal" (lane):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</a:rPr>
              <a:t>–  chat dikerjakan stepi (receptionist) di chat_workdir.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</a:rPr>
              <a:t>–  work (tugas berat/coding) dikerjakan tim build di salah satu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work_workdirs (satu folder = satu slot build).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Ingatan percakapan disimpan di sesi opencode, **tapi sengaja di-reset tiap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restart** (lihat §9).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2. Prasyarat &amp; cek lingkungan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Yang dibutuhkan: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2. Prasyarat &amp; cek lingkungan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29184">
                <a:tc>
                  <a:txBody>
                    <a:bodyPr/>
                    <a:lstStyle/>
                    <a:p>
                      <a:r>
                        <a:rPr sz="1000"/>
                        <a:t>Kebutuhan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Kenapa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Cek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Go (1.25+)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build 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go version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opencode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menjalankan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opencode --version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wacli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kirim/terima WhatsApp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wacli --version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python3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run-sync.sh baca secret dari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python3 --version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systemd --user (opsional)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always-on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systemctl --user --version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2. Prasyarat &amp; cek lingkungan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Cek semuanya sekaligus: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2. Prasyarat &amp; cek lingkungan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go version
which go opencode wacli python3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2. Prasyarat &amp; cek lingkungan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Contoh hasil sehat di mesin ini: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2. Prasyarat &amp; cek lingkungan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go version go1.25.0 linux/amd64
/usr/local/go/bin/go
/home/zakaria/.opencode/bin/opencode
/home/linuxbrew/.linuxbrew/bin/wacli
/usr/bin/python3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2. Prasyarat &amp; cek lingkungan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Catatan penting soal PATH: service systemd hanya punya PATH terbatas. Unit wa-relay.service sudah menyetel: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2. Prasyarat &amp; cek lingkungan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Environment=PATH=/home/zakaria/.opencode/bin:/home/linuxbrew/.linuxbrew/bin:/usr/local/sbin:/usr/local/bin:/usr/sbin:/usr/bin:/sbin:/bin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2. Prasyarat &amp; cek lingkungan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Jadi opencode (di ~/.opencode/bin) dan wacli (di linuxbrew) ketemu. Kalau kamu pindah lokasi binary, update PATH di systemd/*.service.in lalu ./systemd/install.sh lagi.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Kalau opencode/wacli tidak ada, pasang dulu (opencode: installer resmi; wacli: brew install wacli atau rilis linuxbrew), baru lanjut.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3. Peta folder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wa-relay/
├── cmd/wa-relay/main.go     # titik masuk program (wiring config, service)
├── internal/relay/          # seluruh logika relay (handler, sesi, lane, pool)
├── config.json              # KONFIGURASI AKTIF (gitignored, berisi secret)
├── config.example.json      # contoh config untuk referensi
├── opencode.json            # policy permission agent
├── start.sh / stop.sh       # shortcut start/stop
├── run-sync.sh              # wrapper `wacli sync --follow` (dipakai systemd)
├── systemd/                 # unit + install.sh
├── state/                   # RUNTIME (sesi, seen, delegasi) — gitignored
├── relay.log                # log relay (gitignored)
└── sync.log                 # log wacli sync (gitignored)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3. Peta folder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Yang jangan di-commit (sudah masuk .gitignore): config.json, wa-relay (binary), state/, relay.log, sync.log, *.pid.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4.1 Apa yang terjadi saat go build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go build meng-compile kode Go jadi binary.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Repo ini pakai Go modules (ada go.mod, module github.com/Seronz/wa-relay), jadi tidak perlu GOPATH dan tidak perlu internet (tidak ada dependensi eksternal).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Titik masuk ada di paket ./cmd/wa-relay (berisi package main).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4.2 Perintah build yang dipakai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go build -o wa-relay ./cmd/wa-relay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Penjelasan tiap bagian: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go build — perintah compile.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-o wa-relay — output binary diberi nama wa-relay di folder saat ini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(./wa-relay). Tanpa -o, nama default = nama folder paket, jadi tetap wa-relay, tapi lebih eksplisit begini.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./cmd/wa-relay — paket yang dibuild (relatif ke cwd). Titik di depan artinya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"dari folder ini".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Setelah selesai, akan muncul file wa-relay di root repo: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ls -la wa-relay        # -rwxr-xr-x ... wa-relay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4.3 Build semua paket / cek tanpa menulis binary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go build ./...         # build semua paket dalam module
go vet ./...           # analisa statis (cari bug umum)
gofmt -l .             # daftar file yang formatnya belum rapi (kosong = OK)
gofmt -w internal cmd  # rapikan format otomatis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4.4 Menjalankan test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go test ./...                       # jalankan semua test
go test ./internal/relay/ -v        # test package relay, verbose
go test ./internal/relay/ -run Sesi # hanya test yang namanya mengandung "Sesi"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4.5 Menjalankan tanpa build (mode develop)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go run ./cmd/wa-relay -config config.json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go run compile lalu langsung jalankan di foreground (Ctrl+C untuk stop). Bagus untuk ngoprek cepat, tapi jangan dipakai bareng systemd (bisa rebutan port 8791).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4.6 Kesalahan umum saat build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29183">
                <a:tc>
                  <a:txBody>
                    <a:bodyPr/>
                    <a:lstStyle/>
                    <a:p>
                      <a:r>
                        <a:rPr sz="1000"/>
                        <a:t>Gejala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Arti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Solusi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000"/>
                        <a:t>go: command 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Go belum terpasang / tidak di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pasang Go, atau pakai path lengkap /usr/local/go/bin/go build ...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000"/>
                        <a:t>no required module provides package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jalankan dari folder salah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cd ke root repo dulu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000"/>
                        <a:t>cannot find package ... in any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cwd bukan root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pastikan ada go.mod di cwd</a:t>
                      </a:r>
                    </a:p>
                  </a:txBody>
                  <a:tcPr/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000"/>
                        <a:t>permission denied saat tulis 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binary sedang dipakai/di-lock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stop service dulu: ./stop.sh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4. Cara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1">
                <a:solidFill>
                  <a:srgbClr val="333333"/>
                </a:solidFill>
              </a:rPr>
              <a:t>•  PENTING: habis mengubah kode, selalu go build ulang. start.sh tidak rebuild kalau binary wa-relay sudah ada.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File ini wajib ada dan gitignored (berisi webhook_secret). Mulai dari config.example.json kalau belum ada: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cp config.example.json config.json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Edit pakai editor apa pun. Validasi setelah edit: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python3 -c "import json;json.load(open('config.json'));print('config OK')"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5.1 Tabel field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559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29184">
                <a:tc>
                  <a:txBody>
                    <a:bodyPr/>
                    <a:lstStyle/>
                    <a:p>
                      <a:r>
                        <a:rPr sz="10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Arti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127.0.0.1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alamat listen (biarkan localhost)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port webhook relay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webhook_secret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secret HMAC verifikasi webhook wacli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owner_jid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JID WhatsApp owner (satu-satunya yang diproses)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owner_phone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nomor owner (target kirim balasan)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workdir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folder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fallback; --dir umum untuk opencode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chat_workdir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= workdir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folder kerja stepi (chat)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work_workdirs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[]string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[workdir]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folder kerja tim build; jumlah entri = jumlah slot build paralel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work_busy_prompt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template bawaan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prompt ke stepi saat semua slot build penuh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stepi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nama agent opencode untuk chat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work_agent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nama agent opencode untuk tugas berat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ack_delay_seconds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kirim ack pertama hanya bila task masih jalan &gt; detik ini (0 = mati)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ack_messages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[]string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pool bawaan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kandidat pesan ack (dipilih acak)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ack_followups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entri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{after_seconds, messages} pesan susulan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opencode_bin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opencode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path binary opencode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wacli_bin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wacli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path binary wacli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7205471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/>
              <a:t>... (dipotong, 13 baris lagi ada di TUTORIAL.md)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5.2 Membuat webhook_secret baru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python3 -c "import secrets;print(secrets.token_hex(32))"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Tempel hasilnya ke webhook_secret, lalu restart relay dan sync (secret harus sama di keduanya — run-sync.sh membacanya dari config.json yang sama, jadi cukup restart).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5.3 Contoh work_workdirs (2 slot build via git worktree)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"work_workdirs": [
  "/home/zakaria/projects/wa-relay-build-1",
  "/home/zakaria/projects/wa-relay-build-2"
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5. Konfigurasi config.json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Lihat §9.4 untuk bikin worktree-nya.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6.0 Pertanyaan penting: harus dari folder tertentu?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29184">
                <a:tc>
                  <a:txBody>
                    <a:bodyPr/>
                    <a:lstStyle/>
                    <a:p>
                      <a:r>
                        <a:rPr sz="1000"/>
                        <a:t>Perintah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Harus dari folder repo?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Alasan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go build -o wa-relay ./cmd/wa-relay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./cmd/... relatif ke cwd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./start.sh / ./stop.sh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Ya, atau panggil pakai path absolut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script cd "$(dirname "$0")" sendiri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./wa-relay -config config.json (manual)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config.json relatif ke cwd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systemctl --user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Tidak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ExecStart di unit pakai path absolut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journalctl --user -u wa-relay 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Tidak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curl http://127.0.0.1:8791/health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Tidak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alamat jaringan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Jadi: build &amp; script → dari repo; systemctl → dari mana saja.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6.1 Cara paling gampang (systemd sudah terpasang)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./start.sh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start.sh akan: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cd ke folder script (repo).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Kalau ./wa-relay belum ada → build otomatis.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Kalau systemd user service terpasang → systemctl --user restart wa-relay.service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dan wa-relay-sync.service, lalu tampilkan status + health.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Kalau systemd tidak terpasang → mode manual (setsid/nohup + pidfile).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Stop: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./stop.sh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6.2 Kontrol langsung dengan systemctl (restart saja)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systemctl --user restart wa-relay.service            # relay
systemctl --user restart wa-relay-sync.service       # wacli sync
systemctl --user restart wa-relay.service wa-relay-sync.service
systemctl --user stop wa-relay-sync.service wa-relay.service
systemctl --user start  wa-relay.service wa-relay-sync.service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6.3 Alur update kode (paling sering dipakai)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go build -o wa-relay ./cmd/wa-relay        # 1. build ulang
systemctl --user restart wa-relay.service  # 2. restart
curl -s http://127.0.0.1:8791/health       # 3. cek: {"ok":true}
tail -n 20 relay.log                       # 4. lihat log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6.4 Mode manual (tanpa systemd)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go build -o wa-relay ./cmd/wa-relay
./stop.sh
./start.sh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start.sh mode manual menjalankan relay &amp; sync pakai setsid nohup, menyimpan PID di relay.pid / sync.pid, dan log ke relay.log / sync.log.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Cek proses manual: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6. Cara start / restart /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pgrep -af "wa-relay"
pgrep -af "wacli sync"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7.1 Pasang (sekali saja, idempotent)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./systemd/install.sh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install.sh akan: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menyulih __BASE_DIR__/__HOME__ di systemd/*.service.in → ~/.config/systemd/user/,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chmod +x run-sync.sh,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build wa-relay kalau belum ada,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systemctl --user daemon-reload + enable --now kedua service,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loginctl enable-linger $USER (biar tetap jalan tanpa sesi login).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7.2 Dua service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29184">
                <a:tc>
                  <a:txBody>
                    <a:bodyPr/>
                    <a:lstStyle/>
                    <a:p>
                      <a:r>
                        <a:rPr sz="100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Fungsi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Sumber log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wa-relay.service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proses relay (HTTP webhook)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relay.log (lewat log_file) &amp; journal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/>
                        <a:t>wa-relay-sync.service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wacli sync --follow (webhook ke relay)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sync.log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wa-relay-sync Requires + After wa-relay, jadi relay dulu baru sync.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7.3 Perintah systemctl berguna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systemctl --user status wa-relay.service wa-relay-sync.service
systemctl --user restart wa-relay.service
systemctl --user is-active wa-relay.service      # active / inactive
systemctl --user cat wa-relay.service            # lihat unit yang terpasang
journalctl --user -u wa-relay.service -n 100 --no-pager
journalctl --user -u wa-relay.service -f          # streaming
journalctl --user -u wa-relay-sync.service -f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Log bisa "dobel" (di relay.log dan journal) — itu normal; relay menulis ke relay.log, systemd juga menangkap stdout.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7.4 Cek linger (headless)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loginctl show-user "$USER" | grep Linger     # ingin: Linger=yes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Kalau no: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7. Systemd: selalu nyala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sudo loginctl enable-linger "$USER"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8. Verifikasi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8.1 Health check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8. Verifikasi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curl -s http://127.0.0.1:8791/health
# {"ok":true}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8. Verifikasi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Kalau gagal (connection refused) → relay belum jalan / port beda / crash.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8.2 Baris log startup yang sehat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8. Verifikasi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INFO workdirs chat=/home/zakaria/projects/wa-relay work=[...build-1 ...build-2] (slot build=2)
INFO wa-relay listening on http://127.0.0.1:8791/hook workdir=/home/zakaria/projects/wa-relay
INFO session rollover policy idle=24h0m0s max_age=168h0m0s max_turns=20 (0 = mati)
INFO worker pool started chat=1 work=3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8. Verifikasi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Arti: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workdirs chat=... work=[...] (slot build=N) → folder stepi &amp; tim build, dan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jumlah build paralel.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session rollover policy ... → kapan sesi di-reset otomatis.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worker pool started chat=1 work=3 → jumlah worker.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8.3 Baris log saat memproses pesan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8. Verifikasi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INFO queued id=... len=5 lane=chat
INFO task start id=... text_len=5
INFO opencode done duration=12.3s stdout=1234B stderr=0B
INFO mark-read ok chat=628xxxx@s.whatsapp.net
INFO wacli send chunk 1/1 ok=true
INFO task done id=... reply_len=42 duration=16.4s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8. Verifikasi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lane=chat / lane=work → hasil klasifikasi.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stdout/stderr besar kecilnya bisa jadi petunjuk.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session rollover ... reason=idle|age|turns → sesi dilepas karena kebasi.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8.4 Melihat log real-time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8. Verifikasi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tail -f relay.log
# atau via systemd:
journalctl --user -u wa-relay.service -f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9. Sesi, rollover, dan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9.1 Perilaku sesi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Sesi chat disimpan di state/session.json.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Tiap restart relay, sesi sengaja dikosongkan (lihat catatan di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cmd/wa-relay/main.go). Jadi setiap start selalu mulai obrolan baru. Ini mencegah relay nyangkut id sesi yang sudah dihapus dari opencode.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Selama relay hidup, pesan berurutan melanjutkan sesi yang sama (agent ingat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percakapan), sampai salah satu aturan rollover kena: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</a:rPr>
              <a:t>–  nganggur &gt; session_idle_seconds (default 24 jam),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</a:rPr>
              <a:t>–  umur sesi &gt; session_max_age_seconds (default 7 hari),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</a:rPr>
              <a:t>–  jumlah pesan &gt; session_max_turns (default 20).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Kalau id sesi tersimpan ternyata sudah tidak ada di opencode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9. Sesi, rollover, dan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(Session not found), relay otomatis melepas pointer dan mulai sesi baru.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9.2 Reset manual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Dari WhatsApp: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9. Sesi, rollover, dan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/reset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9. Sesi, rollover, dan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Dari server (efektif setelah restart):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9. Sesi, rollover, dan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rm -f state/session.json state/work-session.json
systemctl --user restart wa-relay.service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9. Sesi, rollover, dan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9.3 Fast-path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Kirim ping → dibalas pong tanpa memanggil agent.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Kirim /reset → sesi dihapus, balasan konfirmasi.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9.4 Working directory: stepi vs tim build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chat_workdir → folder stepi.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work_workdirs → folder tim build; satu folder = satu slot. 2 entri =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maksimal 2 build paralel. Disarankan git worktree dari repo yang sama supaya tidak saling menimpa file/git.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Lihat &amp; bikin worktree: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9. Sesi, rollover, dan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git worktree list
git worktree add -b wa-build-3 /home/zakaria/projects/wa-relay-build-3
# tambahkan path barunya ke "work_workdirs" di config.json, lalu:
go build -o wa-relay ./cmd/wa-relay &amp;&amp; systemctl --user restart wa-relay.service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9. Sesi, rollover, dan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Hapus worktree yang tidak dipakai: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9. Sesi, rollover, dan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git worktree remove /home/zakaria/projects/wa-relay-build-3
git branch -D wa-build-3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10. Alur pesan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Pesan owner masuk → wacli sync kirim ke POST /hook.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Relay verifikasi HMAC, filter (hanya owner, bukan FromMe, bukan grup),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dedupe by ID, balas 200 segera.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Pesan diklasifikasi: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</a:rPr>
              <a:t>–  perintah cepat (ping, /reset) → fast-path,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</a:rPr>
              <a:t>–  mengandung kata kunci berat atau lebih panjang dari light_max_len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→ lane work,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</a:rPr>
              <a:t>–  sisanya → lane chat (stepi).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Lane chat: stepi menjawab; balasan dikirim via wacli send text.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Lane work: stepi meringkas requirement dan meminta konfirmasi bos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10. Alur pesan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("…, bos setuju?"). Setelah bos balas setuju (ya/oke/gas/...), relay menjalankan agent build di salah satu slot work_workdirs, lalu stepi merangkum hasilnya untuk bos.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Semua slot build terpakai? Build berikutnya tidak antre diam — stepi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mengabari bos "tim lagi sibuk semua".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Ack/follow-up (ack_messages, ack_followups) dikirim hanya kalau task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masih berjalan melewati ack_delay_seconds.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11.1 Relay tidak jalan / /health gagal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systemctl --user status wa-relay.service
journalctl --user -u wa-relay.service -n 100 --no-pager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Config JSON rusak → relay langsung exit, log config: parse ....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  python3 -c "import json;json.load(open('config.json'))"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Port kepakai → ss -ltnp | grep 8791. Matikan proses lama / ganti port.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Binary hilang/belum dibuild: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  go build -o wa-relay ./cmd/wa-relay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11.2 Muncul (error: opencode exit 1: Session not found) di WA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Id sesi tersimpan sudah dihapus dari opencode. Versi terbaru auto-recover, tapi kalau masih muncul: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rm -f state/session.json
systemctl --user restart wa-relay.service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Ingat: sekarang sesi memang di-reset tiap restart, jadi ini seharusnya jarang.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11.3 Pesan WA masuk tapi tidak dibalas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Sync jalan? systemctl --user status wa-relay-sync.service.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tail -n 50 sync.log (koneksi WA; sering karena WA logout / HP offline).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Dedupe: ID sama hanya diproses sekali (disimpan di state/seen.json).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bad signature di relay.log → webhook_secret beda. Restart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wa-relay-sync.service setelah ubah secret.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Cek relay benar-benar menerima: grep queued relay.log | tail.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11.4 Balasan error dari agent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(error: opencode tidak ditemukan) → opencode_bin salah / PATH service.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(error: timeout: agent terlalu lama) → naikkan timeout_seconds.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Error lain → lihat detail opencode failed: ... di relay.log (ada stderr).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11.5 Build selalu "tim lagi sibuk semua"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Berarti semua slot work_workdirs terpakai. Tunggu, atau tambah slot (§9.4). Kalau menurutmu tidak ada yang jalan, cek proses nyangkut: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pgrep -af "opencode run"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11.6 Mark-read (centang biru) error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wacli_bin benar &amp; WA tersambung.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Set mark_read: false untuk mematikan.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Error failed to dial whatsapp web = masalah koneksi, bukan relay.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11.7 Worktree bermasalah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git worktree list            # daftar worktree
git worktree prune           # bersihkan metadata worktree yang folder-nya hilang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11.8 Ubah kode tapi tidak ada perubahan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Hampir pasti lupa rebuild. start.sh tidak rebuild kalau binary ada: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11.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go build -o wa-relay ./cmd/wa-relay &amp;&amp; systemctl --user restart wa-relay.service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12. Bersih-bersih &amp; uninstall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12.1 Reset state runtime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state/ aman dihapus (dibuat ulang otomatis):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12. Bersih-bersih &amp; uninstall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cd /home/zakaria/projects/wa-relay
rm -rf state/
systemctl --user restart wa-relay.service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12. Bersih-bersih &amp; uninstall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Hapus seen.json → relay lupa dedupe (pesan lama bisa diproses ulang).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333333"/>
                </a:solidFill>
              </a:rPr>
              <a:t>•  Hapus delegations.json → konfirmasi delegasi yang menggantung hilang.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333333"/>
                </a:solidFill>
              </a:rPr>
              <a:t>–  12.2 Uninstall systemd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12. Bersih-bersih &amp; uninstall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systemctl --user disable --now wa-relay-sync.service wa-relay.service
rm -f ~/.config/systemd/user/wa-relay.service ~/.config/systemd/user/wa-relay-sync.service
systemctl --user daemon-reload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13.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# Masuk folder kerja
cd /home/zakaria/projects/wa-relay
# Build + restart (habis ubah kode)
go build -o wa-relay ./cmd/wa-relay &amp;&amp; systemctl --user restart wa-relay.service
# Start / stop
./start.sh
./stop.sh
# Status &amp; health
systemctl --user status wa-relay.service wa-relay-sync.service
curl -s http://127.0.0.1:8791/health
# Log
tail -f relay.log
journalctl --user -u wa-relay.service -f
# Test &amp; cek kode
go test ./...
go vet ./...
gofmt -l .
# Reset sesi
rm -f state/session.json &amp;&amp; systemctl --user restart wa-relay.service
</a:t>
            </a:r>
          </a:p>
          <a:p>
            <a:r>
              <a:rPr sz="1100" i="1"/>
              <a:t>... (dipotong, 3 baris lagi ada di TUTORIAL.md)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